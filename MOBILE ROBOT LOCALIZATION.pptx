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2ED71-3A30-9A3F-6323-82040296E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1355366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ROBOT LOCALIZATION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477E4-2FA2-F82D-BDAF-A4CCAF47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6271" y="2664542"/>
            <a:ext cx="4001728" cy="3372464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Team Members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Simi Ayana - 2520030254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Hemaswi</a:t>
            </a:r>
            <a:r>
              <a:rPr lang="en-US" dirty="0">
                <a:solidFill>
                  <a:schemeClr val="tx1"/>
                </a:solidFill>
              </a:rPr>
              <a:t>   -  2520030069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pavani</a:t>
            </a:r>
            <a:r>
              <a:rPr lang="en-US" dirty="0">
                <a:solidFill>
                  <a:schemeClr val="tx1"/>
                </a:solidFill>
              </a:rPr>
              <a:t>       -  2520090041 </a:t>
            </a:r>
          </a:p>
        </p:txBody>
      </p:sp>
    </p:spTree>
    <p:extLst>
      <p:ext uri="{BB962C8B-B14F-4D97-AF65-F5344CB8AC3E}">
        <p14:creationId xmlns:p14="http://schemas.microsoft.com/office/powerpoint/2010/main" val="285308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5B5E-8375-C62A-2048-75F007E9C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59524"/>
            <a:ext cx="9905998" cy="1478570"/>
          </a:xfrm>
        </p:spPr>
        <p:txBody>
          <a:bodyPr/>
          <a:lstStyle/>
          <a:p>
            <a:pPr algn="ctr"/>
            <a:r>
              <a:rPr lang="en-IN" dirty="0"/>
              <a:t>INTRODUCTION &amp; ABSTRACT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F48B6-10D7-F406-64C4-A0F063A3A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09134"/>
            <a:ext cx="9905999" cy="448934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Robot Localization is the process of determining a robot's position and orientation within a known environment.</a:t>
            </a: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 helps robots: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Navigate autonomously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obstacles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 target locations efficiently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intelligent decisions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lvl="1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implements an AI-based localization system where a robot identifies its current position using sensor information and search algorithms. The system models the environment as a graph and applies intelligent search techniques to determine optimal movement and location estimation.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612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88C75-A3F5-FEBC-C361-79DFE99C4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CONCEPTS USED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D2379-3CBF-6EB5-4FBB-D2660037A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Technologies used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Python Programming Language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VS Code / PyCharm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Graph Data Structures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Heap-based Priority Queue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Robot Sensors (Distance Sensor, Camera, GPS)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Simulation Environment</a:t>
            </a:r>
          </a:p>
        </p:txBody>
      </p:sp>
    </p:spTree>
    <p:extLst>
      <p:ext uri="{BB962C8B-B14F-4D97-AF65-F5344CB8AC3E}">
        <p14:creationId xmlns:p14="http://schemas.microsoft.com/office/powerpoint/2010/main" val="317624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8FB4-4C05-3CCA-26FD-F5172DF7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9565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Concepts Used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CE4C9-B543-09D2-083E-F9908FCF8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895650"/>
            <a:ext cx="9828211" cy="5817570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Concepts UsedCO1 Concepts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PEAS Model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Types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 (State, Action, Transition, Cost)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Representation (Graphs, Trees, Rule Sets, Constraints)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Functions and Recursion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Dataclasses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Dictionaries, Sets, Lists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Heaps / Priority Queues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Logging and Testing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 Algorithm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Design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64401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32B807-79A9-FCD3-6725-076E6E3FFD10}"/>
              </a:ext>
            </a:extLst>
          </p:cNvPr>
          <p:cNvSpPr txBox="1"/>
          <p:nvPr/>
        </p:nvSpPr>
        <p:spPr>
          <a:xfrm>
            <a:off x="1622323" y="1042219"/>
            <a:ext cx="894735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(DFS)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Cost Search (UCS)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Best First Search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and Closed Sets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Admissibility and Consistency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Tie-Breaking Strategies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Profiling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Satisfaction Problem (CSP)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Search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Checking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 Consistency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MRV Heuristic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 Heuristic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LCV Heuristic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Min-Conflicts Local Search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and Constraint Modeling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Failure Explanation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532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E0CA-F61B-C864-6527-1A513A82C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353961"/>
            <a:ext cx="9637150" cy="93406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MOTIVATION AND PROBLEM STATEMENT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EC5508-D47A-E221-D850-D3D818555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0720" y="1748913"/>
            <a:ext cx="8791575" cy="3969774"/>
          </a:xfrm>
        </p:spPr>
        <p:txBody>
          <a:bodyPr/>
          <a:lstStyle/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robots are increasingly used in warehouses, hospitals, industries, and autonomous vehicles.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efficient navigation, a robot must always know its current location within the environment.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localization helps robots avoid obstacles, reduce travel time, and reach destinations safely.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localization improves autonomous decision-making and reduces the need for human intervention.</a:t>
            </a:r>
          </a:p>
        </p:txBody>
      </p:sp>
    </p:spTree>
    <p:extLst>
      <p:ext uri="{BB962C8B-B14F-4D97-AF65-F5344CB8AC3E}">
        <p14:creationId xmlns:p14="http://schemas.microsoft.com/office/powerpoint/2010/main" val="1036153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8EDEA-58D8-1005-00EF-0140AF213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9378" y="1112531"/>
            <a:ext cx="8791575" cy="254153"/>
          </a:xfrm>
        </p:spPr>
        <p:txBody>
          <a:bodyPr>
            <a:normAutofit fontScale="9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4AAAFD-6CDC-0D69-C272-718C68550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1392" y="1556929"/>
            <a:ext cx="8791575" cy="3034736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 mobile robot operating in an environment must determine its current position and navigate to a target location while avoiding obstacles.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Due to dynamic surroundings and sensor uncertainties, identifying the robot's exact location can be challenging.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goal is to develop a localization system that enables the robot to accurately estimate its position and move efficiently within the environment using artificial intelligence techniques.</a:t>
            </a:r>
          </a:p>
        </p:txBody>
      </p:sp>
    </p:spTree>
    <p:extLst>
      <p:ext uri="{BB962C8B-B14F-4D97-AF65-F5344CB8AC3E}">
        <p14:creationId xmlns:p14="http://schemas.microsoft.com/office/powerpoint/2010/main" val="1609134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588ED-5545-DEC6-102C-D97DE07B2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8373" y="166176"/>
            <a:ext cx="8791575" cy="942411"/>
          </a:xfrm>
        </p:spPr>
        <p:txBody>
          <a:bodyPr/>
          <a:lstStyle/>
          <a:p>
            <a:r>
              <a:rPr lang="en-IN" dirty="0"/>
              <a:t>Implementation &amp; demo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96358-16BB-FFC2-2F79-025C8E073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1056" y="1350450"/>
            <a:ext cx="8791575" cy="4981523"/>
          </a:xfrm>
        </p:spPr>
        <p:txBody>
          <a:bodyPr>
            <a:no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Mobile Robot Localization system uses a grid-based environment where the robot moves from a start position to a goal position. The robot's location is represented as a state, and its movements are treated as actions. The A* Search Algorithm is used to find the optimal path while avoiding obstacles.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/ Working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 the environment and robot position.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obstacles using sensor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the A* algorithm to find the best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path.Move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robot along the computed path.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 the destination successfully.</a:t>
            </a:r>
          </a:p>
        </p:txBody>
      </p:sp>
    </p:spTree>
    <p:extLst>
      <p:ext uri="{BB962C8B-B14F-4D97-AF65-F5344CB8AC3E}">
        <p14:creationId xmlns:p14="http://schemas.microsoft.com/office/powerpoint/2010/main" val="154322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365DF-49B4-5451-D6AD-88B18B40E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355" y="618517"/>
            <a:ext cx="9720056" cy="534966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Robot Localization enables autonomous navigation.AI search algorithms improve accuracy and efficiency. A* provides faster path finding using heuristics. CSP techniques help satisfy movement constraints. The project demonstrates practical applications of Artificial Intelligence in robotics.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SLAM Integration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Localization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Multi-Robot Systems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Warehouse Robots</a:t>
            </a: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2760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{AF8E112C-394B-42DF-9190-C3BA75CD18E3}TF6d5feb1e-e145-43f1-b745-cb4b54c5ee975d365c52-ce22229b0e48</Template>
  <TotalTime>34</TotalTime>
  <Words>547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Courier New</vt:lpstr>
      <vt:lpstr>Times New Roman</vt:lpstr>
      <vt:lpstr>Tw Cen MT</vt:lpstr>
      <vt:lpstr>Circuit</vt:lpstr>
      <vt:lpstr>MOBILE ROBOT LOCALIZATION</vt:lpstr>
      <vt:lpstr>INTRODUCTION &amp; ABSTRACT</vt:lpstr>
      <vt:lpstr>TECHNOLOGIES &amp; CONCEPTS USED</vt:lpstr>
      <vt:lpstr>Concepts Used</vt:lpstr>
      <vt:lpstr>PowerPoint Presentation</vt:lpstr>
      <vt:lpstr>MOTIVATION AND PROBLEM STATEMENT</vt:lpstr>
      <vt:lpstr>PROBLEM STATEMENT</vt:lpstr>
      <vt:lpstr>Implementation &amp; demo</vt:lpstr>
      <vt:lpstr>Conclusion  Mobile Robot Localization enables autonomous navigation.AI search algorithms improve accuracy and efficiency. A* provides faster path finding using heuristics. CSP techniques help satisfy movement constraints. The project demonstrates practical applications of Artificial Intelligence in robotics.  Future Scope  SLAM Integration Real-Time Localization Multi-Robot Systems Smart Warehouse Robots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Pavaniiiii ..</dc:creator>
  <cp:lastModifiedBy>Pavaniiiii ..</cp:lastModifiedBy>
  <cp:revision>1</cp:revision>
  <dcterms:created xsi:type="dcterms:W3CDTF">2026-06-01T03:37:33Z</dcterms:created>
  <dcterms:modified xsi:type="dcterms:W3CDTF">2026-06-01T04:12:11Z</dcterms:modified>
</cp:coreProperties>
</file>